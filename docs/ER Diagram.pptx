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9" autoAdjust="0"/>
    <p:restoredTop sz="94660"/>
  </p:normalViewPr>
  <p:slideViewPr>
    <p:cSldViewPr snapToGrid="0">
      <p:cViewPr varScale="1">
        <p:scale>
          <a:sx n="90" d="100"/>
          <a:sy n="90" d="100"/>
        </p:scale>
        <p:origin x="76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0AECB9-AAA6-DE2B-91EE-C2F36E4E4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DBBA36D-596A-941B-1EDC-64D34F4BE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0A047E-A640-AAA8-1938-699BBB69E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E1DE-5647-417D-A032-DCBF84EDD1F3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1EFBDE-7B65-1108-E4E4-4C1801769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07C54B-31C3-580A-7D5A-296F51E8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E842-58AF-4ED1-8C00-53EBD47DB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2735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347674-1746-6A9A-1D33-826D00E61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B519F3-A34D-CA24-E611-442A4700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ABA602-1A4A-78BA-B0D2-284BE0CC8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E1DE-5647-417D-A032-DCBF84EDD1F3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1DC825-052D-7D83-DF75-9C2154614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239051-8983-C3A3-77AE-A45A5087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E842-58AF-4ED1-8C00-53EBD47DB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1803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072CDD-9BAF-5EF0-3599-71102CE08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47ED27-4BB4-1B46-A054-41D295851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59A903-78AF-0D0E-6F0B-D6E65DF0C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E1DE-5647-417D-A032-DCBF84EDD1F3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86B8DE-66BD-2B3E-94E8-E22167140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0809EA-7136-F5C7-C38A-0007A98C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E842-58AF-4ED1-8C00-53EBD47DB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063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E7389B-37EA-9B3C-B423-9099E42E6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FD0A8A-4BF3-6946-A2F2-6A64FFCD2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624004-E31D-DF34-6A60-0C7E69C5F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549A01-61D9-881A-BB69-8486D35C8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E1DE-5647-417D-A032-DCBF84EDD1F3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0928CC-42AA-7189-83C8-A5BE26EE9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FE49B0-339D-7187-8F6F-249B2CE05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E842-58AF-4ED1-8C00-53EBD47DB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742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6231DA-26D5-A50E-2D69-018ACBCF0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E9DF99-E90D-C4C1-49B7-291E30415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16EF168-EE93-5575-7507-5EDD4E44C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42B6FC9-44E1-F0B6-8587-8BAD8DD90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FF3BB6C-279E-4A84-39D0-9C400ABD6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30C4C25-00EB-05BB-935B-7A62A3D47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E1DE-5647-417D-A032-DCBF84EDD1F3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64E90D1-8C31-9183-1CE5-BBFB91AA8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ED749A5-22AD-6ACC-C584-16BF78C7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E842-58AF-4ED1-8C00-53EBD47DB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702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85A5B9-F7D8-9187-5C46-377C9292E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65BBB08-6C33-0C06-762D-87E574E7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E1DE-5647-417D-A032-DCBF84EDD1F3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00A5F5-6DC3-9041-76AA-EE07BA278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418631-FB17-8B95-ED2B-1473C7289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E842-58AF-4ED1-8C00-53EBD47DB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544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48F322C-80F4-19A2-A027-CABFC6B0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E1DE-5647-417D-A032-DCBF84EDD1F3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3E88ABC-3D3C-4A16-885F-DBC2FA360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EEDA98-E314-4AA2-17C1-65BFCD31D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E842-58AF-4ED1-8C00-53EBD47DB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8252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B24C37-3686-7541-DF8F-C456CF433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526DC0-2ED3-44E9-BDF8-4FFF890B5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9D1CB9-8265-F07C-089D-46BA7E93E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110B08-A602-8C25-8AA2-050DF8F93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E1DE-5647-417D-A032-DCBF84EDD1F3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C7817A-225A-1BAC-5F29-4D9227C36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CAF834-98E9-B3CD-CC11-7D189428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E842-58AF-4ED1-8C00-53EBD47DB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6171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B0AF56-14A8-4B54-8677-9774D75F0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9C7688B-21F3-3A6E-CC3A-D00AE24B3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A5CCD0F-9C9A-6801-0BA1-A347B09CE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B8069D-442B-987B-4C5E-8322EBB1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E1DE-5647-417D-A032-DCBF84EDD1F3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3F2242-684A-F8DF-9B59-278F686AD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616B12-6793-B237-3060-F9F680B8B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E842-58AF-4ED1-8C00-53EBD47DB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4256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E72375-3C03-C535-3E78-41E364FDD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6D6AF05-EF07-8F94-E646-BDCC68B94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B10142-2D90-88E3-215E-84FF02BC8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E1DE-5647-417D-A032-DCBF84EDD1F3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99E1E3-0F80-A778-E048-737BD960B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421FF3-33FA-6362-32F6-C06C40B41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E842-58AF-4ED1-8C00-53EBD47DB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4253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6C4DAA-C26E-8EE8-749D-A175F4A681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EACBC89-C4CF-45AB-CCE4-0776095B1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DBA773-98BF-5D11-F6D9-7871C4750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E1DE-5647-417D-A032-DCBF84EDD1F3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EAF583-418E-5082-06B5-91F1D0E7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D8B5F0-E09B-9379-AD77-0FBD825B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E842-58AF-4ED1-8C00-53EBD47DB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4602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FD2776-12ED-EF90-0301-12D869EFA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2E0559-E7F2-1119-C080-9ABA45825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B47257-FD15-9EF4-A795-DE02F794D8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DE1DE-5647-417D-A032-DCBF84EDD1F3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14293-E1E6-7D14-50FE-D1C4C3B230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5775E1-4661-81E4-C2E7-05E99A180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3E842-58AF-4ED1-8C00-53EBD47DB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1542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48E335A4-C3EC-37CD-8007-24E62B44B1B5}"/>
              </a:ext>
            </a:extLst>
          </p:cNvPr>
          <p:cNvGrpSpPr/>
          <p:nvPr/>
        </p:nvGrpSpPr>
        <p:grpSpPr>
          <a:xfrm>
            <a:off x="8541492" y="4854048"/>
            <a:ext cx="3422192" cy="1615580"/>
            <a:chOff x="7981511" y="849117"/>
            <a:chExt cx="3422192" cy="1615580"/>
          </a:xfrm>
        </p:grpSpPr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60674D6C-6F13-52FB-7C6C-41D1E295D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17674" y="849117"/>
              <a:ext cx="3286029" cy="1615580"/>
            </a:xfrm>
            <a:prstGeom prst="rect">
              <a:avLst/>
            </a:prstGeom>
          </p:spPr>
        </p:pic>
        <p:sp>
          <p:nvSpPr>
            <p:cNvPr id="27" name="楕円 26">
              <a:extLst>
                <a:ext uri="{FF2B5EF4-FFF2-40B4-BE49-F238E27FC236}">
                  <a16:creationId xmlns:a16="http://schemas.microsoft.com/office/drawing/2014/main" id="{3BD3E396-1780-C540-3453-653850F77AE5}"/>
                </a:ext>
              </a:extLst>
            </p:cNvPr>
            <p:cNvSpPr/>
            <p:nvPr/>
          </p:nvSpPr>
          <p:spPr>
            <a:xfrm>
              <a:off x="7981511" y="1268819"/>
              <a:ext cx="141768" cy="14176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8B3991DB-EC7C-3A6E-0525-C947F4CB45B9}"/>
              </a:ext>
            </a:extLst>
          </p:cNvPr>
          <p:cNvGrpSpPr/>
          <p:nvPr/>
        </p:nvGrpSpPr>
        <p:grpSpPr>
          <a:xfrm>
            <a:off x="528086" y="2686492"/>
            <a:ext cx="3356348" cy="3871296"/>
            <a:chOff x="8637179" y="2698375"/>
            <a:chExt cx="3356348" cy="3871296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3542B918-FEE9-01BF-6F7C-85D69AD70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46701" y="2698375"/>
              <a:ext cx="3176291" cy="3871296"/>
            </a:xfrm>
            <a:prstGeom prst="rect">
              <a:avLst/>
            </a:prstGeom>
          </p:spPr>
        </p:pic>
        <p:sp>
          <p:nvSpPr>
            <p:cNvPr id="29" name="楕円 28">
              <a:extLst>
                <a:ext uri="{FF2B5EF4-FFF2-40B4-BE49-F238E27FC236}">
                  <a16:creationId xmlns:a16="http://schemas.microsoft.com/office/drawing/2014/main" id="{772BB89A-DDE0-1C10-2868-DE77B58BB908}"/>
                </a:ext>
              </a:extLst>
            </p:cNvPr>
            <p:cNvSpPr/>
            <p:nvPr/>
          </p:nvSpPr>
          <p:spPr>
            <a:xfrm>
              <a:off x="8637179" y="3413052"/>
              <a:ext cx="141768" cy="14176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楕円 30">
              <a:extLst>
                <a:ext uri="{FF2B5EF4-FFF2-40B4-BE49-F238E27FC236}">
                  <a16:creationId xmlns:a16="http://schemas.microsoft.com/office/drawing/2014/main" id="{8AFCD634-44DC-466E-4E1D-49A6DC04876B}"/>
                </a:ext>
              </a:extLst>
            </p:cNvPr>
            <p:cNvSpPr/>
            <p:nvPr/>
          </p:nvSpPr>
          <p:spPr>
            <a:xfrm>
              <a:off x="11851759" y="3147238"/>
              <a:ext cx="141768" cy="14176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542FDC45-7564-896C-D0CB-EC09F0D85387}"/>
              </a:ext>
            </a:extLst>
          </p:cNvPr>
          <p:cNvGrpSpPr/>
          <p:nvPr/>
        </p:nvGrpSpPr>
        <p:grpSpPr>
          <a:xfrm>
            <a:off x="4447952" y="3318959"/>
            <a:ext cx="3466216" cy="2176461"/>
            <a:chOff x="4206948" y="4318424"/>
            <a:chExt cx="3466216" cy="2176461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50CE1A6E-E3DB-4A6C-CD8D-A01A4061B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27451" y="4318424"/>
              <a:ext cx="3267739" cy="2176461"/>
            </a:xfrm>
            <a:prstGeom prst="rect">
              <a:avLst/>
            </a:prstGeom>
          </p:spPr>
        </p:pic>
        <p:sp>
          <p:nvSpPr>
            <p:cNvPr id="19" name="楕円 18">
              <a:extLst>
                <a:ext uri="{FF2B5EF4-FFF2-40B4-BE49-F238E27FC236}">
                  <a16:creationId xmlns:a16="http://schemas.microsoft.com/office/drawing/2014/main" id="{256EA8DE-C4E5-418B-C513-4DF1B0BFD46E}"/>
                </a:ext>
              </a:extLst>
            </p:cNvPr>
            <p:cNvSpPr/>
            <p:nvPr/>
          </p:nvSpPr>
          <p:spPr>
            <a:xfrm>
              <a:off x="4206948" y="5036287"/>
              <a:ext cx="141768" cy="14176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楕円 32">
              <a:extLst>
                <a:ext uri="{FF2B5EF4-FFF2-40B4-BE49-F238E27FC236}">
                  <a16:creationId xmlns:a16="http://schemas.microsoft.com/office/drawing/2014/main" id="{8CA755F0-7839-7EBC-2626-F18CD572E208}"/>
                </a:ext>
              </a:extLst>
            </p:cNvPr>
            <p:cNvSpPr/>
            <p:nvPr/>
          </p:nvSpPr>
          <p:spPr>
            <a:xfrm>
              <a:off x="7531396" y="5291470"/>
              <a:ext cx="141768" cy="14176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35" name="図 34">
            <a:extLst>
              <a:ext uri="{FF2B5EF4-FFF2-40B4-BE49-F238E27FC236}">
                <a16:creationId xmlns:a16="http://schemas.microsoft.com/office/drawing/2014/main" id="{5A860613-A791-5C75-E8C6-1D9C2AFA9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2657" y="504927"/>
            <a:ext cx="3792041" cy="2743438"/>
          </a:xfrm>
          <a:prstGeom prst="rect">
            <a:avLst/>
          </a:prstGeom>
        </p:spPr>
      </p:pic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57F0AFDF-D719-E704-F8DB-3A817FC56D37}"/>
              </a:ext>
            </a:extLst>
          </p:cNvPr>
          <p:cNvGrpSpPr/>
          <p:nvPr/>
        </p:nvGrpSpPr>
        <p:grpSpPr>
          <a:xfrm>
            <a:off x="513912" y="480522"/>
            <a:ext cx="3298923" cy="1615580"/>
            <a:chOff x="4334540" y="664819"/>
            <a:chExt cx="3298923" cy="1615580"/>
          </a:xfrm>
        </p:grpSpPr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45192775-C2A9-6C92-09F3-10CEC9A946BB}"/>
                </a:ext>
              </a:extLst>
            </p:cNvPr>
            <p:cNvSpPr/>
            <p:nvPr/>
          </p:nvSpPr>
          <p:spPr>
            <a:xfrm>
              <a:off x="4334540" y="1073886"/>
              <a:ext cx="141768" cy="14176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F6104DB6-3D27-DE8B-9452-A2F2D42CD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87654" y="664819"/>
              <a:ext cx="3145809" cy="1615580"/>
            </a:xfrm>
            <a:prstGeom prst="rect">
              <a:avLst/>
            </a:prstGeom>
          </p:spPr>
        </p:pic>
      </p:grpSp>
      <p:cxnSp>
        <p:nvCxnSpPr>
          <p:cNvPr id="24" name="コネクタ: 曲線 23">
            <a:extLst>
              <a:ext uri="{FF2B5EF4-FFF2-40B4-BE49-F238E27FC236}">
                <a16:creationId xmlns:a16="http://schemas.microsoft.com/office/drawing/2014/main" id="{55781914-1763-A83E-1119-63626766CCA7}"/>
              </a:ext>
            </a:extLst>
          </p:cNvPr>
          <p:cNvCxnSpPr>
            <a:cxnSpLocks/>
            <a:stCxn id="27" idx="2"/>
            <a:endCxn id="33" idx="6"/>
          </p:cNvCxnSpPr>
          <p:nvPr/>
        </p:nvCxnSpPr>
        <p:spPr>
          <a:xfrm rot="10800000">
            <a:off x="7914168" y="4362890"/>
            <a:ext cx="627324" cy="981745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コネクタ: 曲線 37">
            <a:extLst>
              <a:ext uri="{FF2B5EF4-FFF2-40B4-BE49-F238E27FC236}">
                <a16:creationId xmlns:a16="http://schemas.microsoft.com/office/drawing/2014/main" id="{830AFB37-CD8D-BCAE-57B0-5725470AE9CE}"/>
              </a:ext>
            </a:extLst>
          </p:cNvPr>
          <p:cNvCxnSpPr>
            <a:cxnSpLocks/>
            <a:stCxn id="19" idx="2"/>
            <a:endCxn id="31" idx="6"/>
          </p:cNvCxnSpPr>
          <p:nvPr/>
        </p:nvCxnSpPr>
        <p:spPr>
          <a:xfrm rot="10800000">
            <a:off x="3884434" y="3206240"/>
            <a:ext cx="563518" cy="901467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コネクタ: 曲線 40">
            <a:extLst>
              <a:ext uri="{FF2B5EF4-FFF2-40B4-BE49-F238E27FC236}">
                <a16:creationId xmlns:a16="http://schemas.microsoft.com/office/drawing/2014/main" id="{B5EC7756-9887-30E3-BEC0-F2CC9BF0DE78}"/>
              </a:ext>
            </a:extLst>
          </p:cNvPr>
          <p:cNvCxnSpPr>
            <a:cxnSpLocks/>
            <a:stCxn id="29" idx="2"/>
            <a:endCxn id="25" idx="2"/>
          </p:cNvCxnSpPr>
          <p:nvPr/>
        </p:nvCxnSpPr>
        <p:spPr>
          <a:xfrm rot="10800000">
            <a:off x="513912" y="960473"/>
            <a:ext cx="14174" cy="2511580"/>
          </a:xfrm>
          <a:prstGeom prst="curvedConnector3">
            <a:avLst>
              <a:gd name="adj1" fmla="val 171281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477D79F7-23A5-FAD8-6609-1FA63E4D4C23}"/>
              </a:ext>
            </a:extLst>
          </p:cNvPr>
          <p:cNvSpPr txBox="1"/>
          <p:nvPr/>
        </p:nvSpPr>
        <p:spPr>
          <a:xfrm>
            <a:off x="290623" y="552894"/>
            <a:ext cx="425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b="1" dirty="0">
                <a:latin typeface="AR Pゴシック体S" panose="020B0A00000000000000" pitchFamily="50" charset="-128"/>
                <a:ea typeface="AR Pゴシック体S" panose="020B0A00000000000000" pitchFamily="50" charset="-128"/>
              </a:rPr>
              <a:t>1</a:t>
            </a:r>
            <a:endParaRPr kumimoji="1" lang="ja-JP" altLang="en-US" sz="1600" b="1" dirty="0">
              <a:latin typeface="AR Pゴシック体S" panose="020B0A00000000000000" pitchFamily="50" charset="-128"/>
              <a:ea typeface="AR Pゴシック体S" panose="020B0A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DC7FE0E9-28B6-718A-946D-4B608824D421}"/>
              </a:ext>
            </a:extLst>
          </p:cNvPr>
          <p:cNvSpPr txBox="1"/>
          <p:nvPr/>
        </p:nvSpPr>
        <p:spPr>
          <a:xfrm>
            <a:off x="8343014" y="4876800"/>
            <a:ext cx="425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b="1" dirty="0">
                <a:latin typeface="AR Pゴシック体S" panose="020B0A00000000000000" pitchFamily="50" charset="-128"/>
                <a:ea typeface="AR Pゴシック体S" panose="020B0A00000000000000" pitchFamily="50" charset="-128"/>
              </a:rPr>
              <a:t>1</a:t>
            </a:r>
            <a:endParaRPr kumimoji="1" lang="ja-JP" altLang="en-US" sz="1600" b="1" dirty="0">
              <a:latin typeface="AR Pゴシック体S" panose="020B0A00000000000000" pitchFamily="50" charset="-128"/>
              <a:ea typeface="AR Pゴシック体S" panose="020B0A00000000000000" pitchFamily="50" charset="-128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B31EFCBD-18C5-DBD5-3522-C798A9283DD6}"/>
              </a:ext>
            </a:extLst>
          </p:cNvPr>
          <p:cNvSpPr txBox="1"/>
          <p:nvPr/>
        </p:nvSpPr>
        <p:spPr>
          <a:xfrm>
            <a:off x="7694426" y="4362894"/>
            <a:ext cx="425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b="1" dirty="0">
                <a:latin typeface="AR Pゴシック体S" panose="020B0A00000000000000" pitchFamily="50" charset="-128"/>
                <a:ea typeface="AR Pゴシック体S" panose="020B0A00000000000000" pitchFamily="50" charset="-128"/>
              </a:rPr>
              <a:t>n</a:t>
            </a:r>
            <a:endParaRPr kumimoji="1" lang="ja-JP" altLang="en-US" sz="1600" b="1" dirty="0">
              <a:latin typeface="AR Pゴシック体S" panose="020B0A00000000000000" pitchFamily="50" charset="-128"/>
              <a:ea typeface="AR Pゴシック体S" panose="020B0A00000000000000" pitchFamily="50" charset="-128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588D9756-B667-444B-407C-E27D632E3158}"/>
              </a:ext>
            </a:extLst>
          </p:cNvPr>
          <p:cNvSpPr txBox="1"/>
          <p:nvPr/>
        </p:nvSpPr>
        <p:spPr>
          <a:xfrm>
            <a:off x="3710762" y="2831804"/>
            <a:ext cx="425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b="1" dirty="0">
                <a:latin typeface="AR Pゴシック体S" panose="020B0A00000000000000" pitchFamily="50" charset="-128"/>
                <a:ea typeface="AR Pゴシック体S" panose="020B0A00000000000000" pitchFamily="50" charset="-128"/>
              </a:rPr>
              <a:t>1</a:t>
            </a:r>
            <a:endParaRPr kumimoji="1" lang="ja-JP" altLang="en-US" sz="1600" b="1" dirty="0">
              <a:latin typeface="AR Pゴシック体S" panose="020B0A00000000000000" pitchFamily="50" charset="-128"/>
              <a:ea typeface="AR Pゴシック体S" panose="020B0A00000000000000" pitchFamily="50" charset="-128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2C2007E3-2A50-3BBF-D143-7FD768A37C4D}"/>
              </a:ext>
            </a:extLst>
          </p:cNvPr>
          <p:cNvSpPr txBox="1"/>
          <p:nvPr/>
        </p:nvSpPr>
        <p:spPr>
          <a:xfrm>
            <a:off x="4231757" y="3593805"/>
            <a:ext cx="425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b="1" dirty="0">
                <a:latin typeface="AR Pゴシック体S" panose="020B0A00000000000000" pitchFamily="50" charset="-128"/>
                <a:ea typeface="AR Pゴシック体S" panose="020B0A00000000000000" pitchFamily="50" charset="-128"/>
              </a:rPr>
              <a:t>n</a:t>
            </a:r>
            <a:endParaRPr kumimoji="1" lang="ja-JP" altLang="en-US" sz="1600" b="1" dirty="0">
              <a:latin typeface="AR Pゴシック体S" panose="020B0A00000000000000" pitchFamily="50" charset="-128"/>
              <a:ea typeface="AR Pゴシック体S" panose="020B0A00000000000000" pitchFamily="50" charset="-128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25DD3A59-5626-0793-6432-BE816143B672}"/>
              </a:ext>
            </a:extLst>
          </p:cNvPr>
          <p:cNvSpPr txBox="1"/>
          <p:nvPr/>
        </p:nvSpPr>
        <p:spPr>
          <a:xfrm>
            <a:off x="251636" y="3448493"/>
            <a:ext cx="425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b="1" dirty="0">
                <a:latin typeface="AR Pゴシック体S" panose="020B0A00000000000000" pitchFamily="50" charset="-128"/>
                <a:ea typeface="AR Pゴシック体S" panose="020B0A00000000000000" pitchFamily="50" charset="-128"/>
              </a:rPr>
              <a:t>n</a:t>
            </a:r>
            <a:endParaRPr kumimoji="1" lang="ja-JP" altLang="en-US" sz="1600" b="1" dirty="0">
              <a:latin typeface="AR Pゴシック体S" panose="020B0A00000000000000" pitchFamily="50" charset="-128"/>
              <a:ea typeface="AR Pゴシック体S" panose="02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5296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6</Words>
  <Application>Microsoft Office PowerPoint</Application>
  <PresentationFormat>ワイド画面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AR Pゴシック体S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満明 中村</dc:creator>
  <cp:lastModifiedBy>満明 中村</cp:lastModifiedBy>
  <cp:revision>3</cp:revision>
  <dcterms:created xsi:type="dcterms:W3CDTF">2026-07-12T04:27:09Z</dcterms:created>
  <dcterms:modified xsi:type="dcterms:W3CDTF">2026-07-21T07:37:35Z</dcterms:modified>
</cp:coreProperties>
</file>